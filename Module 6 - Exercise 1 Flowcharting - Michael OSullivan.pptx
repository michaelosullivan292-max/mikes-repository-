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14F45-D7EA-4B7D-9FBE-0B7D6520A79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49E9B-4CCD-4C74-A381-2F24129D0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3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4433-21E9-D1A3-719D-4F53D7B43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01477-9DD7-7056-23F6-AD633FB3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55029-FF68-D607-CEA8-4976F643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22F8F-E47A-7607-8681-7275F6003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A0429-461A-0CE5-99BF-6C027375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4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0312-0026-6D24-8992-1C21400F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D2576-377F-0653-1768-13F74CADC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C0487-E4BA-F2C9-7D7D-EE79B18E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60498-6AFA-60C5-7F69-732DC43D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8083E-102B-CAE8-E848-57B2040C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8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6BDD-A403-7641-EEFC-F7E1FCB5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E8160-740A-501C-5729-B5D9F165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AB07D-A5F2-2671-3585-E2FEDFCD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32549-BCD6-E8CC-1CDA-1144E8FAA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F579-D041-DF27-A7C6-2FBDA09B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7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C63B3-C83C-9CBE-8540-8F5C8782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3EED3-350B-AE40-07F4-F9D25CEC2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0766F-92FC-6ABB-34A7-F41F5CC0C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A8C8A-D6FF-B5A0-130D-EF584BBF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93DEB-708B-2D88-8B29-F4B9D7BA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9349C-F46B-5073-D5E4-6598D4BE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3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BB13-3A13-7FF6-276C-0DD8B25F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DAD05-B374-D1A6-34B6-80177B58F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B55A9-1A12-02CC-E116-264367DD3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085CC-BB9D-2D7B-87F6-EBA4FCA5D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F54C8-FF1E-0A47-9BEA-6391A7947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EF110-97C9-7C2D-FABA-1D0CC3C7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BAF924-EF0C-9736-60A3-46208F06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422DD-7F7A-FF36-45A2-9A845BDD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8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5E75-C074-664E-BA2C-1072DC74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BEE77-F902-506C-E71F-532D3197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5CB65-1353-E701-311C-F7539AA4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C5DD9-13FA-9C28-F38B-C2AD3293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01F77-62DA-42E7-F104-89B960CD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47C6C-9B9E-440C-71E5-9931BBC2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327CF-734C-8710-97D4-692D8CE5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9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173D-6134-195C-0BE6-49088D1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4A1B-0018-858E-5870-5C6F2EB20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0442A-74CA-C1A0-BC5D-1C1FF4C6B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EB515-6C95-8A5D-C48B-B4196309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D5BEA-5027-9D66-876E-7BE85B89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B54D2-8A92-F07A-DC24-68B453AD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2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FE17-9272-0C38-2447-580A6DE1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CA806-4495-6393-1F6C-71D701FDC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E7B8-1B30-AE57-F2F4-C6C054E16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667FC-D97A-95BD-7A29-C28ABB54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AA857-B202-5C0F-D9DD-ED63CC58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84A00-D841-428C-4C0A-A7412BC6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C893-1CD2-8A8B-955A-4A211F05F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8B941-5AF4-E0C6-91BB-A295053CA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4C46E-FE4C-C197-E568-515E402C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32E45-3BFF-D623-C985-94C68015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1C898-DBB3-3271-6004-49EAA1F4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74724-F23C-56CC-2FBD-D51E639D1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A32E7-B672-1471-EF9C-ECD2B11C5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EC3BC-24E6-9371-9EB3-27B17A7C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F240C-4FAE-B5D0-0A6D-996E329D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F4C10-9D23-9E53-73D3-25D51BCE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7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AF3A60-07F7-532F-55BD-18A37D2C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9203C-0D8F-4B39-4B3E-76144A162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5CE7D-6BDD-33BB-A18E-54208260E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3DD77-6EC4-4600-84CE-60424BFC52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7F08C-8581-137A-D5DE-D0DE5C3D8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B19F4-2ACB-7A80-A55C-063FA9AA4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D894A-C771-44FA-95BB-FCD7BE8E6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5B0CD9-010D-347E-0D2A-A012829E2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2" y="1067637"/>
            <a:ext cx="12066876" cy="4722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9D82B2-2DDB-5F8E-1D76-5B42D965615D}"/>
              </a:ext>
            </a:extLst>
          </p:cNvPr>
          <p:cNvSpPr txBox="1"/>
          <p:nvPr/>
        </p:nvSpPr>
        <p:spPr>
          <a:xfrm>
            <a:off x="2861187" y="235974"/>
            <a:ext cx="561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 A</a:t>
            </a:r>
          </a:p>
        </p:txBody>
      </p:sp>
    </p:spTree>
    <p:extLst>
      <p:ext uri="{BB962C8B-B14F-4D97-AF65-F5344CB8AC3E}">
        <p14:creationId xmlns:p14="http://schemas.microsoft.com/office/powerpoint/2010/main" val="68625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9CE3-F87B-74BD-4C11-BB8398FBD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6" y="176980"/>
            <a:ext cx="1737852" cy="717755"/>
          </a:xfrm>
        </p:spPr>
        <p:txBody>
          <a:bodyPr/>
          <a:lstStyle/>
          <a:p>
            <a:r>
              <a:rPr lang="en-US" dirty="0"/>
              <a:t>Part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064BD-88F6-EE4E-A979-76B096A33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6255"/>
            <a:ext cx="12192000" cy="577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1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B0960B-3F84-C5D5-6BA1-FB505F8ED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4466"/>
            <a:ext cx="12149400" cy="6533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0D5F09-9D52-8B2E-44B9-1364C1F3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4" y="138983"/>
            <a:ext cx="1659194" cy="1325563"/>
          </a:xfrm>
        </p:spPr>
        <p:txBody>
          <a:bodyPr/>
          <a:lstStyle/>
          <a:p>
            <a:r>
              <a:rPr lang="en-US" dirty="0"/>
              <a:t>Part C</a:t>
            </a:r>
          </a:p>
        </p:txBody>
      </p:sp>
    </p:spTree>
    <p:extLst>
      <p:ext uri="{BB962C8B-B14F-4D97-AF65-F5344CB8AC3E}">
        <p14:creationId xmlns:p14="http://schemas.microsoft.com/office/powerpoint/2010/main" val="309232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BD26E8-613E-4248-982B-9B7EA84D8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559"/>
            <a:ext cx="12192000" cy="6556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B40FAF-75E8-AB13-185A-0E2B733E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764323" cy="1325563"/>
          </a:xfrm>
        </p:spPr>
        <p:txBody>
          <a:bodyPr/>
          <a:lstStyle/>
          <a:p>
            <a:r>
              <a:rPr lang="en-US" dirty="0"/>
              <a:t>Part D</a:t>
            </a:r>
          </a:p>
        </p:txBody>
      </p:sp>
    </p:spTree>
    <p:extLst>
      <p:ext uri="{BB962C8B-B14F-4D97-AF65-F5344CB8AC3E}">
        <p14:creationId xmlns:p14="http://schemas.microsoft.com/office/powerpoint/2010/main" val="278812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738D29-FFBE-A493-484F-62EFF8D90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6989"/>
            <a:ext cx="12192000" cy="7004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3EC8D-1671-FDEE-A089-3078DBE9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5" y="0"/>
            <a:ext cx="1511709" cy="726256"/>
          </a:xfrm>
        </p:spPr>
        <p:txBody>
          <a:bodyPr/>
          <a:lstStyle/>
          <a:p>
            <a:r>
              <a:rPr lang="en-US" dirty="0"/>
              <a:t>Part E</a:t>
            </a:r>
          </a:p>
        </p:txBody>
      </p:sp>
    </p:spTree>
    <p:extLst>
      <p:ext uri="{BB962C8B-B14F-4D97-AF65-F5344CB8AC3E}">
        <p14:creationId xmlns:p14="http://schemas.microsoft.com/office/powerpoint/2010/main" val="95289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9786</TotalTime>
  <Words>10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Part B</vt:lpstr>
      <vt:lpstr>Part C</vt:lpstr>
      <vt:lpstr>Part D</vt:lpstr>
      <vt:lpstr>Part 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O'Sullivan</dc:creator>
  <cp:lastModifiedBy>Michael O'Sullivan</cp:lastModifiedBy>
  <cp:revision>3</cp:revision>
  <dcterms:created xsi:type="dcterms:W3CDTF">2026-02-17T12:17:22Z</dcterms:created>
  <dcterms:modified xsi:type="dcterms:W3CDTF">2026-02-24T07:24:17Z</dcterms:modified>
</cp:coreProperties>
</file>